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8F468-3A22-713C-5679-C5F70D785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D7FC99-000F-CB42-1E7C-C0FBCD9B2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ACABCE-B88F-F666-9302-EB3244977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509EAF-1B38-2CEA-75C1-4CEA25C2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CFE17D-7153-DE30-1998-CB0E46B7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349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9C7D9-63D6-8848-11F2-FC6EEAAB3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47EB8-2785-E774-BB8E-AB8A5BA4D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98CA8C-6757-BB7D-2FFB-359690BB0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6A144B-361E-5504-34BB-50C6FF8C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C48EAB-4D9C-5879-7508-DBEA4130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50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BBAC25-F349-8590-DCAF-53435A64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1A875-A405-F80C-1426-38B856E39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1FC8E7-B3EE-520E-44FE-F87011FF7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A814BF-7905-7E14-3AD3-E96CE6E4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07D209-B4D3-66E5-AE0B-70C495DE0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49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039C9D-AE6A-6039-9DE1-E3ECFA7B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24532F-0D12-36C5-409D-35BCF676D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241035-AAEB-E5F1-52B0-673B7A9FF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BE83A6-B967-C705-00FC-2EBF105FE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87FA04-3B3B-BA04-8048-69B01788D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C027F0-8F5C-B990-65ED-183BD276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3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8C7B8-9927-7ACB-2B3E-BF79DFF2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B6D931-3F53-2A3F-040D-48CD9816B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041914-BC9E-2E84-6093-6825A13C2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DE2A9B-9938-8C4D-4F8F-54DA135AA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BDAA70-E420-20CC-E723-462DF6016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631946-9A47-18F3-D696-25A563EF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6B54C9D-DA4C-41E4-E428-33672B6C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B5166D-22C5-7523-6296-BCBB80D9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426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AF630-B686-918B-2C1A-E3F684EF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C29406-1AA4-F729-D489-ED653B1B2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256D8C-CE89-6F41-0A93-CB1D4F9FD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9FA5C5-7CA9-3268-BF7E-7764A312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74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733779-58E9-1B51-C36D-3BC436FA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8B37E9-9BF3-FF53-BC8C-1C2199F8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740D75-2121-3596-1389-C54AA4E46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492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3CC89-96C9-6EDB-0DA6-D0C961942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3D599-6F3E-E186-5B73-DCD23B568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335EC5-060E-51D9-A0EE-ABF4FF360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DD4321-66F9-FAE8-68DA-E2CDFD46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8C6254-B8FD-CF35-BF2F-3FF93AE8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6E0E04-184D-A958-61F2-8CEEC42B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61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1C559D-84AB-170C-E687-126A4289B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88FBDE-ACA8-AE22-88E4-F63B84693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C47C1C-0EC9-BAD9-8AF4-C867DDB1D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0E4D71-9E0F-32E6-A2CC-8BEEBD47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71F5C7-A21D-2AB8-B7AA-640E7D1B7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A37A67-2A10-E414-EDDE-D2B668919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67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2F546-8475-A06E-EEA4-48D6BDFD4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C74BA4-A8A4-4B36-0227-4E71D5E3F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864DAF-84CC-A6EC-353B-A4F705C6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A4094-6A54-BE07-040C-A9FF017BC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AA7D2B-959F-26EE-DA75-AF1303CA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0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953D2E-782A-C7E5-3E32-3FA383F7C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E049C2-8307-D6F4-FCE8-7EBD3ACEF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5AE44-8EC9-6C29-DB3F-D6E41B72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B9CF4C-2935-9983-D2B9-93C1C28A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B1D4A4-FB2C-4CD4-D849-D86653D6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25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A18FFB-A6A8-B8C0-AB7F-FC0BE1B93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902F4D-6A6F-979A-A9CF-24968B8E6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AE943D-C527-C759-0E35-B527307CE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FE40E-F41A-4DB0-A97C-037E9626B4B7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64486E-6D53-5195-72B9-B5E2D4FEC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07AE96-C8FE-E606-056D-B29D630C7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B77F0-74A9-4987-B95F-DC94A7872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29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880658-7456-7204-0CDA-51760C2271D4}"/>
              </a:ext>
            </a:extLst>
          </p:cNvPr>
          <p:cNvSpPr txBox="1"/>
          <p:nvPr/>
        </p:nvSpPr>
        <p:spPr>
          <a:xfrm>
            <a:off x="717755" y="422786"/>
            <a:ext cx="7353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컴퓨터 그래픽스 팀프로젝트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735FE-7982-B278-BD9C-B885C1094C22}"/>
              </a:ext>
            </a:extLst>
          </p:cNvPr>
          <p:cNvSpPr txBox="1"/>
          <p:nvPr/>
        </p:nvSpPr>
        <p:spPr>
          <a:xfrm>
            <a:off x="9399639" y="5515896"/>
            <a:ext cx="24545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게임 </a:t>
            </a:r>
            <a:r>
              <a:rPr lang="en-US" altLang="ko-KR" sz="2000" dirty="0"/>
              <a:t>11</a:t>
            </a:r>
            <a:r>
              <a:rPr lang="ko-KR" altLang="en-US" sz="2000" dirty="0"/>
              <a:t>팀</a:t>
            </a:r>
            <a:endParaRPr lang="en-US" altLang="ko-KR" sz="2000" dirty="0"/>
          </a:p>
          <a:p>
            <a:r>
              <a:rPr lang="en-US" altLang="ko-KR" sz="2000" dirty="0"/>
              <a:t>2022180037 </a:t>
            </a:r>
            <a:r>
              <a:rPr lang="ko-KR" altLang="en-US" sz="2000" dirty="0"/>
              <a:t>임용호</a:t>
            </a:r>
            <a:endParaRPr lang="en-US" altLang="ko-KR" sz="2000" dirty="0"/>
          </a:p>
          <a:p>
            <a:r>
              <a:rPr lang="en-US" altLang="ko-KR" sz="2000" dirty="0"/>
              <a:t>2022184025 </a:t>
            </a:r>
            <a:r>
              <a:rPr lang="ko-KR" altLang="en-US" sz="2000" dirty="0"/>
              <a:t>윤지훈</a:t>
            </a:r>
          </a:p>
        </p:txBody>
      </p:sp>
    </p:spTree>
    <p:extLst>
      <p:ext uri="{BB962C8B-B14F-4D97-AF65-F5344CB8AC3E}">
        <p14:creationId xmlns:p14="http://schemas.microsoft.com/office/powerpoint/2010/main" val="3128148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36C5BE-BC9C-EAB1-6479-BE0125F353E4}"/>
              </a:ext>
            </a:extLst>
          </p:cNvPr>
          <p:cNvSpPr txBox="1"/>
          <p:nvPr/>
        </p:nvSpPr>
        <p:spPr>
          <a:xfrm>
            <a:off x="717755" y="422786"/>
            <a:ext cx="39677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게임 진행 양상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37D9C-385B-FCF6-A4B9-702CC473D9EB}"/>
              </a:ext>
            </a:extLst>
          </p:cNvPr>
          <p:cNvSpPr txBox="1"/>
          <p:nvPr/>
        </p:nvSpPr>
        <p:spPr>
          <a:xfrm>
            <a:off x="717755" y="2136338"/>
            <a:ext cx="10844635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목표</a:t>
            </a:r>
            <a:r>
              <a:rPr lang="en-US" altLang="ko-KR" sz="2400" dirty="0"/>
              <a:t>: </a:t>
            </a:r>
            <a:r>
              <a:rPr lang="ko-KR" altLang="en-US" sz="2400" dirty="0"/>
              <a:t>각 스테이지별로 등장하는 구체들을 파괴하여 높은 점수를 득점하는 것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진행 양상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게임을 시작하면 파괴 가능한 구체가 생성된다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스테이지에 따라 생성 속도 및 생성 개수가 달라지게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화면 중앙의 십자선으로 조준한 다음 좌클릭으로 총을 쏘아 각 구체를 파괴할 수 있으며</a:t>
            </a:r>
            <a:r>
              <a:rPr lang="en-US" altLang="ko-KR" dirty="0"/>
              <a:t>, </a:t>
            </a:r>
            <a:r>
              <a:rPr lang="ko-KR" altLang="en-US" dirty="0"/>
              <a:t>파괴한 구체는</a:t>
            </a:r>
            <a:endParaRPr lang="en-US" altLang="ko-KR" dirty="0"/>
          </a:p>
          <a:p>
            <a:r>
              <a:rPr lang="ko-KR" altLang="en-US" dirty="0"/>
              <a:t>화면 좌측 상단에 그 개수가 표시된다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112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A31FB5-AA58-479F-CD77-71F9ACEF93D7}"/>
              </a:ext>
            </a:extLst>
          </p:cNvPr>
          <p:cNvSpPr txBox="1"/>
          <p:nvPr/>
        </p:nvSpPr>
        <p:spPr>
          <a:xfrm>
            <a:off x="717755" y="422786"/>
            <a:ext cx="39677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게임 실행 화면</a:t>
            </a:r>
          </a:p>
        </p:txBody>
      </p:sp>
    </p:spTree>
    <p:extLst>
      <p:ext uri="{BB962C8B-B14F-4D97-AF65-F5344CB8AC3E}">
        <p14:creationId xmlns:p14="http://schemas.microsoft.com/office/powerpoint/2010/main" val="1040952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71</Words>
  <Application>Microsoft Office PowerPoint</Application>
  <PresentationFormat>와이드스크린</PresentationFormat>
  <Paragraphs>17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Main</dc:creator>
  <cp:lastModifiedBy>Main</cp:lastModifiedBy>
  <cp:revision>6</cp:revision>
  <dcterms:created xsi:type="dcterms:W3CDTF">2025-12-06T13:59:17Z</dcterms:created>
  <dcterms:modified xsi:type="dcterms:W3CDTF">2025-12-06T14:09:53Z</dcterms:modified>
</cp:coreProperties>
</file>